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39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2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9" d="100"/>
          <a:sy n="19" d="100"/>
        </p:scale>
        <p:origin x="1088" y="24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0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3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4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5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6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7.pn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-18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Титуль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Бизнес-задач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L-задач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Данные и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plit · визу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Чистка данных: расследо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Чистка данных: availabil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редобрабо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 engine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as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tu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tBo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ереобу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 importance и SH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Сравнение модел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Выводы и ошиб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Доступность товара и следующие шаг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Произвольный</PresentationFormat>
  <Slides>18</Slides>
  <Notes>0</Notes>
  <HiddenSlides>0</HiddenSlides>
  <MMClips>0</MMClips>
  <ScaleCrop>false</ScaleCrop>
  <HeadingPairs>
    <vt:vector size="2" baseType="variant">
      <vt:variant>
        <vt:lpstr>Заголовки слайдов</vt:lpstr>
      </vt:variant>
      <vt:variant>
        <vt:i4>18</vt:i4>
      </vt:variant>
    </vt:vector>
  </HeadingPairs>
  <TitlesOfParts>
    <vt:vector size="18" baseType="lpstr"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CatBoost Demand Forecasting</dc:title>
  <dc:subject>ML coursework defense deck</dc:subject>
  <dc:creator>Codex</dc:creator>
  <cp:lastModifiedBy>Codex</cp:lastModifiedBy>
  <cp:revision>1</cp:revision>
  <dcterms:created xsi:type="dcterms:W3CDTF">2026-04-23T11:35:19Z</dcterms:created>
  <dcterms:modified xsi:type="dcterms:W3CDTF">2026-04-23T11:35:19Z</dcterms:modified>
</cp:coreProperties>
</file>